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8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24DD9-44EB-A0A7-CC93-89CAF2A63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6A26B0-B580-ADDD-DE20-BFB0F67AF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630BAB-F7AA-C763-710E-331DD2A2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E2F29B-9032-9233-ED39-A2AB9F56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8E720E-6CFD-EB6A-06D3-752FBA43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46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410AC-2908-889D-E9A0-AD244B6D3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F61DD-9632-3C14-27D2-2D8F4B828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B64601-5E35-2A9D-EF70-79306272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D2444-7ED1-F8B4-BAE7-28831C1F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5BA8-C32B-FFB1-4707-08C4F592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73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500C9-D255-75E8-DD4F-21943F2F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2C1E69-FEAC-F013-1249-C2C7D9478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1C5928-4720-7AA1-B752-1895E835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CD022-3189-DF41-7819-C2B112460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05F933-4B40-D0F9-E57A-959C8347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36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A4523-6F59-71A6-2325-0C921536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EB1336-0062-F9AD-6A0E-8A4ADA03A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6048FE-EBF4-B679-1180-80C07F526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4611E1-D5EE-E679-838C-C64B4640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DA173B-D2EB-5AB5-773E-47517578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9A1058-1B62-1873-1998-4E72FEE0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777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537D27-C2A2-DD95-CCA8-D8AD0FE2C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D2FB8F-EBE2-8253-7173-486B1203F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0D95EF-B310-4ED4-8359-6E01D8CF4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7D855C-12E2-5745-F841-D6743C887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54F247-C016-5705-CE95-209F8DC404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4218A5-F012-07BF-31E5-69088D81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77B227-3C07-A45E-3E03-6B430818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078825-91E7-ED4F-ED7F-DB36A1C2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68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1F8F83-F7BC-282D-646E-D3FB6CE0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DE4A35-C86C-CA67-68A3-9720B0615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0FB7F1-7193-CB43-F1E9-F9984A5A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CFD722-22B6-EB4A-9A0D-75DF3356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562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1BC577-EE6D-47F8-3311-B75AEDE2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688AFF-94EF-4101-ACF5-0E388D42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A4C36A-8AC5-1299-C3E8-FA26CF0A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511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467B4-71D8-86A3-47D5-B2AA878BB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A96691-D839-282E-71ED-D85506DC3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767665-E297-F1FB-15FD-4381B8D98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3A4DAC-750C-467D-4DFF-61A8A159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3453A1-E1EC-1F55-A743-49C8214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12A81E-21F5-51BB-75D2-3DCA40BB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27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10D56-A166-AF00-2EB8-B54224642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2F2291-E261-8899-C484-17EB2F82D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C25CE6-80F2-0BB2-9517-5EE8097A3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9370B0-65A7-C501-97C2-82E74669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FB1FA4-BFB4-8F5D-5197-E2FE33A6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72F01A-55ED-F3B6-1EC7-338F1D9F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6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28AC1-0F57-FC11-78BE-E2F242F9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3BF390-A86A-567B-4912-9429A9CF3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4D8E6-36DC-EEB9-9DB9-DE9464FF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86E613-CF15-60BB-51E3-BF8FBC28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025CF3-FD6D-4785-3065-D1F874ED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586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11CC4A-5477-9A1C-E352-697673D6A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3D2DF1-6A43-2E6B-336D-BAC360D94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2767B-4CD5-E1C2-C8BE-FBB5DE444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168CF8-C652-483C-A5CB-868444DA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EDF45D-1495-7E36-D97A-774D2B0E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62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BAE913-7F06-B85A-B421-3BA81D584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97F067-D5F3-B7FB-3DB9-31F3C2E3F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D9E6CD-926F-6E8F-275D-51296D8F7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4E9C9-08A5-4536-A5BD-FEDCF6C0C02C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E8CA1-F50D-B90C-8107-01C2A22D2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3C8DF-9958-D0E3-0162-AE2800511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55510-3E37-418F-A23F-08034DB240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76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剪去对角 24">
            <a:extLst>
              <a:ext uri="{FF2B5EF4-FFF2-40B4-BE49-F238E27FC236}">
                <a16:creationId xmlns:a16="http://schemas.microsoft.com/office/drawing/2014/main" id="{8DA2055C-E2C9-48A0-DFAD-0DA66674D4D1}"/>
              </a:ext>
            </a:extLst>
          </p:cNvPr>
          <p:cNvSpPr/>
          <p:nvPr/>
        </p:nvSpPr>
        <p:spPr>
          <a:xfrm>
            <a:off x="7301236" y="1157626"/>
            <a:ext cx="4061861" cy="154004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1180E0-A2CC-6A4A-C961-DE6C1CCF6AC1}"/>
              </a:ext>
            </a:extLst>
          </p:cNvPr>
          <p:cNvSpPr txBox="1"/>
          <p:nvPr/>
        </p:nvSpPr>
        <p:spPr>
          <a:xfrm>
            <a:off x="1836501" y="401602"/>
            <a:ext cx="4259499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0" dirty="0">
                <a:latin typeface="Niagara Solid" panose="04020502070702020202" pitchFamily="82" charset="0"/>
                <a:ea typeface="PMingLiU-ExtB" panose="02020500000000000000" pitchFamily="18" charset="-120"/>
              </a:rPr>
              <a:t>PURIFIER</a:t>
            </a:r>
            <a:endParaRPr lang="zh-CN" altLang="en-US" sz="15000" dirty="0">
              <a:latin typeface="Niagara Solid" panose="04020502070702020202" pitchFamily="8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3C8AB3-B9AC-210D-B097-8FE1E8584D96}"/>
              </a:ext>
            </a:extLst>
          </p:cNvPr>
          <p:cNvSpPr txBox="1"/>
          <p:nvPr/>
        </p:nvSpPr>
        <p:spPr>
          <a:xfrm>
            <a:off x="2026296" y="2906849"/>
            <a:ext cx="19399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Knowledge is the only justice.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3F00C2-6311-F767-BD26-B61E98EE4651}"/>
              </a:ext>
            </a:extLst>
          </p:cNvPr>
          <p:cNvSpPr txBox="1"/>
          <p:nvPr/>
        </p:nvSpPr>
        <p:spPr>
          <a:xfrm>
            <a:off x="3966251" y="2906849"/>
            <a:ext cx="1707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等线 Light" panose="02010600030101010101" pitchFamily="2" charset="-122"/>
                <a:ea typeface="等线 Light" panose="02010600030101010101" pitchFamily="2" charset="-122"/>
              </a:rPr>
              <a:t>Ignorance is the only evil.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2F4CAA3-1CF5-3779-7FD2-7D0E5F3E4EB7}"/>
              </a:ext>
            </a:extLst>
          </p:cNvPr>
          <p:cNvCxnSpPr>
            <a:cxnSpLocks/>
            <a:stCxn id="15" idx="0"/>
          </p:cNvCxnSpPr>
          <p:nvPr/>
        </p:nvCxnSpPr>
        <p:spPr>
          <a:xfrm>
            <a:off x="1717392" y="2697669"/>
            <a:ext cx="4568986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27186BB-0804-389D-31E2-C17C277955F2}"/>
              </a:ext>
            </a:extLst>
          </p:cNvPr>
          <p:cNvGrpSpPr/>
          <p:nvPr/>
        </p:nvGrpSpPr>
        <p:grpSpPr>
          <a:xfrm rot="16200000">
            <a:off x="1074905" y="2141809"/>
            <a:ext cx="173255" cy="1111718"/>
            <a:chOff x="6795436" y="2834640"/>
            <a:chExt cx="697564" cy="152560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CBD383B8-CAA6-88BC-2AC9-10A39B685428}"/>
                </a:ext>
              </a:extLst>
            </p:cNvPr>
            <p:cNvSpPr/>
            <p:nvPr/>
          </p:nvSpPr>
          <p:spPr>
            <a:xfrm>
              <a:off x="6795436" y="2834640"/>
              <a:ext cx="697564" cy="1188720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6E180588-96D2-56D2-E815-6403496ECF04}"/>
                </a:ext>
              </a:extLst>
            </p:cNvPr>
            <p:cNvSpPr/>
            <p:nvPr/>
          </p:nvSpPr>
          <p:spPr>
            <a:xfrm rot="10800000">
              <a:off x="6795436" y="4023360"/>
              <a:ext cx="697564" cy="336884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B285D00-7929-9D9C-5439-276470BF1C73}"/>
              </a:ext>
            </a:extLst>
          </p:cNvPr>
          <p:cNvGrpSpPr/>
          <p:nvPr/>
        </p:nvGrpSpPr>
        <p:grpSpPr>
          <a:xfrm rot="5400000">
            <a:off x="6658749" y="2141810"/>
            <a:ext cx="173255" cy="1111718"/>
            <a:chOff x="6795436" y="2834640"/>
            <a:chExt cx="697564" cy="1525604"/>
          </a:xfrm>
        </p:grpSpPr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AFACAC48-10B7-986B-A78B-83D720D3D311}"/>
                </a:ext>
              </a:extLst>
            </p:cNvPr>
            <p:cNvSpPr/>
            <p:nvPr/>
          </p:nvSpPr>
          <p:spPr>
            <a:xfrm>
              <a:off x="6795436" y="2834640"/>
              <a:ext cx="697564" cy="1188720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FF4276EA-29A4-B272-3D8A-08131FFA0285}"/>
                </a:ext>
              </a:extLst>
            </p:cNvPr>
            <p:cNvSpPr/>
            <p:nvPr/>
          </p:nvSpPr>
          <p:spPr>
            <a:xfrm rot="10800000">
              <a:off x="6795436" y="4023360"/>
              <a:ext cx="697564" cy="336884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图文框 21">
            <a:extLst>
              <a:ext uri="{FF2B5EF4-FFF2-40B4-BE49-F238E27FC236}">
                <a16:creationId xmlns:a16="http://schemas.microsoft.com/office/drawing/2014/main" id="{669CDE70-D509-B661-1F03-FE527C36D176}"/>
              </a:ext>
            </a:extLst>
          </p:cNvPr>
          <p:cNvSpPr/>
          <p:nvPr/>
        </p:nvSpPr>
        <p:spPr>
          <a:xfrm>
            <a:off x="7522618" y="1342288"/>
            <a:ext cx="3609474" cy="1172501"/>
          </a:xfrm>
          <a:prstGeom prst="frame">
            <a:avLst>
              <a:gd name="adj1" fmla="val 596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B11B73-58A7-422C-A1D6-D72E1F6CBE52}"/>
              </a:ext>
            </a:extLst>
          </p:cNvPr>
          <p:cNvSpPr txBox="1"/>
          <p:nvPr/>
        </p:nvSpPr>
        <p:spPr>
          <a:xfrm>
            <a:off x="7708161" y="1604481"/>
            <a:ext cx="3238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By   Pure Science and</a:t>
            </a:r>
          </a:p>
          <a:p>
            <a:r>
              <a:rPr lang="en-US" altLang="zh-CN" dirty="0"/>
              <a:t>	Literature Association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73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20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Niagara Solid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 美珍</dc:creator>
  <cp:lastModifiedBy>张 美珍</cp:lastModifiedBy>
  <cp:revision>10</cp:revision>
  <dcterms:created xsi:type="dcterms:W3CDTF">2025-07-09T02:34:38Z</dcterms:created>
  <dcterms:modified xsi:type="dcterms:W3CDTF">2026-04-30T14:43:35Z</dcterms:modified>
</cp:coreProperties>
</file>